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Introduce: we are deploying our existing APDS project to Railway so it becomes publicly accessible from anywhere.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Explain: deployment proves it’s not just a local demo; it is a hosted service like real security monitoring platforms.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Describe: 3 services in Railway project. Frontend consumes backend APIs; backend stores data in DB.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Explain: frontend is only UI; it does not detect by itself, it visualizes what backend detects.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Explain: backend is the IDS/IPS brain; it applies rules + ML and writes logs.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Explain: without DB, logs vanish on redeploy; with Postgres we keep history for evidence and reporting.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loop: frontend polls, backend responds, UI updates in near real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Explain: detect → log → visualize → prevent. Emphasize that blocking is the IPS part.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Explain: in proxy mode APDS acts as the entry point; it can inspect request metadata and stop malicious clients early.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Explain: cloud deployment uses environment variables; never hardcode localhost in production.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honestly: payload inspection is limited under HTTPS unless TLS inspection; our project demonstrates detection + response for our app/proxy traffic.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Explain: each click produces visible evidence in logs, counts, charts, and blocks.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Close: we built a complete cloud demo with clear workflow and measurable outputs.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7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1091672" cy="685800"/>
          </a:xfrm>
          <a:prstGeom prst="roundRect">
            <a:avLst/>
          </a:prstGeom>
          <a:solidFill>
            <a:srgbClr val="101827">
              <a:alpha val="85000"/>
            </a:srgbClr>
          </a:solidFill>
          <a:ln w="12700">
            <a:solidFill>
              <a:srgbClr val="7E57C2">
                <a:alpha val="4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621792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91672" cy="4663440"/>
          </a:xfrm>
          <a:prstGeom prst="roundRect">
            <a:avLst/>
          </a:prstGeom>
          <a:solidFill>
            <a:srgbClr val="101827">
              <a:alpha val="80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645920"/>
            <a:ext cx="104241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APDS Deployment on Railway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Real-time IDS/IPS Dashboard (Cloud)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Backend + Frontend + Database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6B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APDS • Railway Deployment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7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1091672" cy="685800"/>
          </a:xfrm>
          <a:prstGeom prst="roundRect">
            <a:avLst/>
          </a:prstGeom>
          <a:solidFill>
            <a:srgbClr val="101827">
              <a:alpha val="85000"/>
            </a:srgbClr>
          </a:solidFill>
          <a:ln w="12700">
            <a:solidFill>
              <a:srgbClr val="7E57C2">
                <a:alpha val="4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621792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Deploy?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91672" cy="4663440"/>
          </a:xfrm>
          <a:prstGeom prst="roundRect">
            <a:avLst/>
          </a:prstGeom>
          <a:solidFill>
            <a:srgbClr val="101827">
              <a:alpha val="80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645920"/>
            <a:ext cx="104241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Localhost works only on one PC/Wi-Fi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Deployment gives a public HTTPS link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Teacher can access from anywhere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Shows real-world client-server architecture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6B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APDS • Railway Deployment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7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1091672" cy="685800"/>
          </a:xfrm>
          <a:prstGeom prst="roundRect">
            <a:avLst/>
          </a:prstGeom>
          <a:solidFill>
            <a:srgbClr val="101827">
              <a:alpha val="85000"/>
            </a:srgbClr>
          </a:solidFill>
          <a:ln w="12700">
            <a:solidFill>
              <a:srgbClr val="7E57C2">
                <a:alpha val="4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621792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91672" cy="4663440"/>
          </a:xfrm>
          <a:prstGeom prst="roundRect">
            <a:avLst/>
          </a:prstGeom>
          <a:solidFill>
            <a:srgbClr val="101827">
              <a:alpha val="80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645920"/>
            <a:ext cx="104241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Frontend: React/Vite Dashboard (public website)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Backend: Spring Boot API (public HTTPS API)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Database: PostgreSQL (persistent logs/blocks)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Optional: Reverse Proxy endpoint (/proxy/**)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6B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APDS • Railway Deployment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7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1091672" cy="685800"/>
          </a:xfrm>
          <a:prstGeom prst="roundRect">
            <a:avLst/>
          </a:prstGeom>
          <a:solidFill>
            <a:srgbClr val="101827">
              <a:alpha val="85000"/>
            </a:srgbClr>
          </a:solidFill>
          <a:ln w="12700">
            <a:solidFill>
              <a:srgbClr val="7E57C2">
                <a:alpha val="4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621792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Role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91672" cy="4663440"/>
          </a:xfrm>
          <a:prstGeom prst="roundRect">
            <a:avLst/>
          </a:prstGeom>
          <a:solidFill>
            <a:srgbClr val="101827">
              <a:alpha val="80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645920"/>
            <a:ext cx="104241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Shows live charts + log feed + blocks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Polls backend every few seconds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Controls: simulate attacks, train models, upload dataset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Runs in browser on any device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6B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APDS • Railway Deployment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7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1091672" cy="685800"/>
          </a:xfrm>
          <a:prstGeom prst="roundRect">
            <a:avLst/>
          </a:prstGeom>
          <a:solidFill>
            <a:srgbClr val="101827">
              <a:alpha val="85000"/>
            </a:srgbClr>
          </a:solidFill>
          <a:ln w="12700">
            <a:solidFill>
              <a:srgbClr val="7E57C2">
                <a:alpha val="4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621792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Role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91672" cy="4663440"/>
          </a:xfrm>
          <a:prstGeom prst="roundRect">
            <a:avLst/>
          </a:prstGeom>
          <a:solidFill>
            <a:srgbClr val="101827">
              <a:alpha val="80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645920"/>
            <a:ext cx="104241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Receives events/requests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Detects: SQLi, XSS, brute force, rate attacks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Assigns status: NORMAL/SUSPICIOUS/BLOCKED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Blocks repeat offenders (IPS)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Stores evidence in database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6B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APDS • Railway Deployment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7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1091672" cy="685800"/>
          </a:xfrm>
          <a:prstGeom prst="roundRect">
            <a:avLst/>
          </a:prstGeom>
          <a:solidFill>
            <a:srgbClr val="101827">
              <a:alpha val="85000"/>
            </a:srgbClr>
          </a:solidFill>
          <a:ln w="12700">
            <a:solidFill>
              <a:srgbClr val="7E57C2">
                <a:alpha val="4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621792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Role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91672" cy="4663440"/>
          </a:xfrm>
          <a:prstGeom prst="roundRect">
            <a:avLst/>
          </a:prstGeom>
          <a:solidFill>
            <a:srgbClr val="101827">
              <a:alpha val="80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645920"/>
            <a:ext cx="104241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Stores SecurityLog events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Stores IpBlock entries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Stores dataset metadata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Enables persistence across restarts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6B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APDS • Railway Deployment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7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1091672" cy="685800"/>
          </a:xfrm>
          <a:prstGeom prst="roundRect">
            <a:avLst/>
          </a:prstGeom>
          <a:solidFill>
            <a:srgbClr val="101827">
              <a:alpha val="85000"/>
            </a:srgbClr>
          </a:solidFill>
          <a:ln w="12700">
            <a:solidFill>
              <a:srgbClr val="7E57C2">
                <a:alpha val="4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621792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Data Flows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91672" cy="4663440"/>
          </a:xfrm>
          <a:prstGeom prst="roundRect">
            <a:avLst/>
          </a:prstGeom>
          <a:solidFill>
            <a:srgbClr val="101827">
              <a:alpha val="80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645920"/>
            <a:ext cx="104241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User opens dashboard (public URL)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Dashboard calls /api/stats, /api/logs, /api/blocks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Backend returns JSON + updates DB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Dashboard renders charts and live feed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6B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APDS • Railway Deployment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7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1091672" cy="685800"/>
          </a:xfrm>
          <a:prstGeom prst="roundRect">
            <a:avLst/>
          </a:prstGeom>
          <a:solidFill>
            <a:srgbClr val="101827">
              <a:alpha val="85000"/>
            </a:srgbClr>
          </a:solidFill>
          <a:ln w="12700">
            <a:solidFill>
              <a:srgbClr val="7E57C2">
                <a:alpha val="4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621792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Detection Flow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91672" cy="4663440"/>
          </a:xfrm>
          <a:prstGeom prst="roundRect">
            <a:avLst/>
          </a:prstGeom>
          <a:solidFill>
            <a:srgbClr val="101827">
              <a:alpha val="80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645920"/>
            <a:ext cx="104241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Traffic enters (real or simulated)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Backend extracts IP, method, path, UA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Risk score + reasons computed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Event saved + shown on dashboard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If threshold crossed → IP blocked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6B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APDS • Railway Deployment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07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1091672" cy="685800"/>
          </a:xfrm>
          <a:prstGeom prst="roundRect">
            <a:avLst/>
          </a:prstGeom>
          <a:solidFill>
            <a:srgbClr val="101827">
              <a:alpha val="85000"/>
            </a:srgbClr>
          </a:solidFill>
          <a:ln w="12700">
            <a:solidFill>
              <a:srgbClr val="7E57C2">
                <a:alpha val="4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621792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Proxy Mode (Optional)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91672" cy="4663440"/>
          </a:xfrm>
          <a:prstGeom prst="roundRect">
            <a:avLst/>
          </a:prstGeom>
          <a:solidFill>
            <a:srgbClr val="101827">
              <a:alpha val="80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645920"/>
            <a:ext cx="104241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Route traffic through APDS: /proxy/**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APDS forwards to upstream app/site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APDS logs and can block before forwarding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Useful for monitoring app traffic centrally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6B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APDS • Railway Deployment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07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1091672" cy="685800"/>
          </a:xfrm>
          <a:prstGeom prst="roundRect">
            <a:avLst/>
          </a:prstGeom>
          <a:solidFill>
            <a:srgbClr val="101827">
              <a:alpha val="85000"/>
            </a:srgbClr>
          </a:solidFill>
          <a:ln w="12700">
            <a:solidFill>
              <a:srgbClr val="7E57C2">
                <a:alpha val="4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621792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Deployment Settings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91672" cy="4663440"/>
          </a:xfrm>
          <a:prstGeom prst="roundRect">
            <a:avLst/>
          </a:prstGeom>
          <a:solidFill>
            <a:srgbClr val="101827">
              <a:alpha val="80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645920"/>
            <a:ext cx="104241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PORT is provided by Railway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Frontend needs VITE_API_BASE = backend URL + /api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Backend needs DB URL/username/password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CORS must allow frontend domain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6B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APDS • Railway Deployment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507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1091672" cy="685800"/>
          </a:xfrm>
          <a:prstGeom prst="roundRect">
            <a:avLst/>
          </a:prstGeom>
          <a:solidFill>
            <a:srgbClr val="101827">
              <a:alpha val="85000"/>
            </a:srgbClr>
          </a:solidFill>
          <a:ln w="12700">
            <a:solidFill>
              <a:srgbClr val="7E57C2">
                <a:alpha val="4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621792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Limits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91672" cy="4663440"/>
          </a:xfrm>
          <a:prstGeom prst="roundRect">
            <a:avLst/>
          </a:prstGeom>
          <a:solidFill>
            <a:srgbClr val="101827">
              <a:alpha val="80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645920"/>
            <a:ext cx="104241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Most internet traffic is HTTPS (encrypted payloads)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System focuses on behavior + request metadata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Public dashboard should be protected (auth)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Production needs rate limits + WAF rules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6B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APDS • Railway Deployment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507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1091672" cy="685800"/>
          </a:xfrm>
          <a:prstGeom prst="roundRect">
            <a:avLst/>
          </a:prstGeom>
          <a:solidFill>
            <a:srgbClr val="101827">
              <a:alpha val="85000"/>
            </a:srgbClr>
          </a:solidFill>
          <a:ln w="12700">
            <a:solidFill>
              <a:srgbClr val="7E57C2">
                <a:alpha val="4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621792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Plan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91672" cy="4663440"/>
          </a:xfrm>
          <a:prstGeom prst="roundRect">
            <a:avLst/>
          </a:prstGeom>
          <a:solidFill>
            <a:srgbClr val="101827">
              <a:alpha val="80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645920"/>
            <a:ext cx="104241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Open deployed dashboard URL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Simulate SQL injection → show log + score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Simulate brute force/rate → show block list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Unblock IP → show control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Upload dataset → train + show accuracy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6B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APDS • Railway Deployment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507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1091672" cy="685800"/>
          </a:xfrm>
          <a:prstGeom prst="roundRect">
            <a:avLst/>
          </a:prstGeom>
          <a:solidFill>
            <a:srgbClr val="101827">
              <a:alpha val="85000"/>
            </a:srgbClr>
          </a:solidFill>
          <a:ln w="12700">
            <a:solidFill>
              <a:srgbClr val="7E57C2">
                <a:alpha val="4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621792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91672" cy="4663440"/>
          </a:xfrm>
          <a:prstGeom prst="roundRect">
            <a:avLst/>
          </a:prstGeom>
          <a:solidFill>
            <a:srgbClr val="101827">
              <a:alpha val="80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645920"/>
            <a:ext cx="104241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Railway deployment makes APDS accessible anywhere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Real-time IDS/IPS workflow: detect, log, block, visualize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Persistent DB enables evidence and reporting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Shows production-like architecture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6B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APDS • Railway Deployment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APDS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APDS Deployment on Railway</dc:title>
  <dc:subject>APDS Railway Deployment</dc:subject>
  <dc:creator>APDS</dc:creator>
  <cp:lastModifiedBy>APDS</cp:lastModifiedBy>
  <cp:revision>1</cp:revision>
  <dcterms:created xsi:type="dcterms:W3CDTF">2026-04-10T00:32:31Z</dcterms:created>
  <dcterms:modified xsi:type="dcterms:W3CDTF">2026-04-10T00:32:31Z</dcterms:modified>
</cp:coreProperties>
</file>